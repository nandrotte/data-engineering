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D5F327-FC16-4389-A829-7D063DE8C16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8A8B61-3E77-403B-B9BF-71E16F5614F9}">
      <dgm:prSet/>
      <dgm:spPr/>
      <dgm:t>
        <a:bodyPr/>
        <a:lstStyle/>
        <a:p>
          <a:r>
            <a:rPr lang="nl-BE"/>
            <a:t>Batch Processing 1</a:t>
          </a:r>
          <a:endParaRPr lang="en-US"/>
        </a:p>
      </dgm:t>
    </dgm:pt>
    <dgm:pt modelId="{E7FC2923-9A58-43B5-8DDF-358207ED45CE}" type="parTrans" cxnId="{E9DB0BC8-2B03-44EC-BD0D-3F2DC97F20FC}">
      <dgm:prSet/>
      <dgm:spPr/>
      <dgm:t>
        <a:bodyPr/>
        <a:lstStyle/>
        <a:p>
          <a:endParaRPr lang="en-US"/>
        </a:p>
      </dgm:t>
    </dgm:pt>
    <dgm:pt modelId="{35D867DC-881D-4159-AB50-CE14B8D6AB00}" type="sibTrans" cxnId="{E9DB0BC8-2B03-44EC-BD0D-3F2DC97F20FC}">
      <dgm:prSet/>
      <dgm:spPr/>
      <dgm:t>
        <a:bodyPr/>
        <a:lstStyle/>
        <a:p>
          <a:endParaRPr lang="en-US"/>
        </a:p>
      </dgm:t>
    </dgm:pt>
    <dgm:pt modelId="{BA155FD4-33D4-42F5-B3FE-7A3161215BC0}">
      <dgm:prSet/>
      <dgm:spPr/>
      <dgm:t>
        <a:bodyPr/>
        <a:lstStyle/>
        <a:p>
          <a:r>
            <a:rPr lang="nl-BE"/>
            <a:t>Realtime Processing </a:t>
          </a:r>
          <a:endParaRPr lang="en-US"/>
        </a:p>
      </dgm:t>
    </dgm:pt>
    <dgm:pt modelId="{59B0F26F-D76E-4601-B26C-99644D71390E}" type="parTrans" cxnId="{EA3F8D57-077C-4720-B6F4-B376A52CA6C4}">
      <dgm:prSet/>
      <dgm:spPr/>
      <dgm:t>
        <a:bodyPr/>
        <a:lstStyle/>
        <a:p>
          <a:endParaRPr lang="en-US"/>
        </a:p>
      </dgm:t>
    </dgm:pt>
    <dgm:pt modelId="{CA474B0A-248C-4D48-8CFC-4B66875318C2}" type="sibTrans" cxnId="{EA3F8D57-077C-4720-B6F4-B376A52CA6C4}">
      <dgm:prSet/>
      <dgm:spPr/>
      <dgm:t>
        <a:bodyPr/>
        <a:lstStyle/>
        <a:p>
          <a:endParaRPr lang="en-US"/>
        </a:p>
      </dgm:t>
    </dgm:pt>
    <dgm:pt modelId="{B9802302-0395-4593-88D2-2D9A85627451}" type="pres">
      <dgm:prSet presAssocID="{76D5F327-FC16-4389-A829-7D063DE8C1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87C596-07AA-46D2-8EC4-332B114F56AC}" type="pres">
      <dgm:prSet presAssocID="{F28A8B61-3E77-403B-B9BF-71E16F5614F9}" presName="hierRoot1" presStyleCnt="0"/>
      <dgm:spPr/>
    </dgm:pt>
    <dgm:pt modelId="{1CC061A6-76B0-48CD-BAF1-C6B40479F4BD}" type="pres">
      <dgm:prSet presAssocID="{F28A8B61-3E77-403B-B9BF-71E16F5614F9}" presName="composite" presStyleCnt="0"/>
      <dgm:spPr/>
    </dgm:pt>
    <dgm:pt modelId="{667C41CB-F0EB-4E4B-9529-161D5C268719}" type="pres">
      <dgm:prSet presAssocID="{F28A8B61-3E77-403B-B9BF-71E16F5614F9}" presName="background" presStyleLbl="node0" presStyleIdx="0" presStyleCnt="2"/>
      <dgm:spPr/>
    </dgm:pt>
    <dgm:pt modelId="{29B160A1-51A5-463D-9BF5-CF8122D69BE8}" type="pres">
      <dgm:prSet presAssocID="{F28A8B61-3E77-403B-B9BF-71E16F5614F9}" presName="text" presStyleLbl="fgAcc0" presStyleIdx="0" presStyleCnt="2">
        <dgm:presLayoutVars>
          <dgm:chPref val="3"/>
        </dgm:presLayoutVars>
      </dgm:prSet>
      <dgm:spPr/>
    </dgm:pt>
    <dgm:pt modelId="{F90AA2A7-1C29-4E09-9FAB-F0AEA2365605}" type="pres">
      <dgm:prSet presAssocID="{F28A8B61-3E77-403B-B9BF-71E16F5614F9}" presName="hierChild2" presStyleCnt="0"/>
      <dgm:spPr/>
    </dgm:pt>
    <dgm:pt modelId="{59ADEB28-658E-4935-8F56-65BA973E8FEC}" type="pres">
      <dgm:prSet presAssocID="{BA155FD4-33D4-42F5-B3FE-7A3161215BC0}" presName="hierRoot1" presStyleCnt="0"/>
      <dgm:spPr/>
    </dgm:pt>
    <dgm:pt modelId="{26B07113-0936-4F16-9B0B-85CF32917FE1}" type="pres">
      <dgm:prSet presAssocID="{BA155FD4-33D4-42F5-B3FE-7A3161215BC0}" presName="composite" presStyleCnt="0"/>
      <dgm:spPr/>
    </dgm:pt>
    <dgm:pt modelId="{3D99DE56-52FC-4DEF-AA84-3C5C7D91DA96}" type="pres">
      <dgm:prSet presAssocID="{BA155FD4-33D4-42F5-B3FE-7A3161215BC0}" presName="background" presStyleLbl="node0" presStyleIdx="1" presStyleCnt="2"/>
      <dgm:spPr/>
    </dgm:pt>
    <dgm:pt modelId="{1297A7D4-CD8D-47BC-BB89-D1428684F0B0}" type="pres">
      <dgm:prSet presAssocID="{BA155FD4-33D4-42F5-B3FE-7A3161215BC0}" presName="text" presStyleLbl="fgAcc0" presStyleIdx="1" presStyleCnt="2">
        <dgm:presLayoutVars>
          <dgm:chPref val="3"/>
        </dgm:presLayoutVars>
      </dgm:prSet>
      <dgm:spPr/>
    </dgm:pt>
    <dgm:pt modelId="{A753B0F0-7BB9-412A-AC1A-E952D8C2F09F}" type="pres">
      <dgm:prSet presAssocID="{BA155FD4-33D4-42F5-B3FE-7A3161215BC0}" presName="hierChild2" presStyleCnt="0"/>
      <dgm:spPr/>
    </dgm:pt>
  </dgm:ptLst>
  <dgm:cxnLst>
    <dgm:cxn modelId="{57708955-1E46-4135-8EB1-7B33E2560F47}" type="presOf" srcId="{BA155FD4-33D4-42F5-B3FE-7A3161215BC0}" destId="{1297A7D4-CD8D-47BC-BB89-D1428684F0B0}" srcOrd="0" destOrd="0" presId="urn:microsoft.com/office/officeart/2005/8/layout/hierarchy1"/>
    <dgm:cxn modelId="{8C838557-A3C2-432B-B345-D178B26FA4C7}" type="presOf" srcId="{F28A8B61-3E77-403B-B9BF-71E16F5614F9}" destId="{29B160A1-51A5-463D-9BF5-CF8122D69BE8}" srcOrd="0" destOrd="0" presId="urn:microsoft.com/office/officeart/2005/8/layout/hierarchy1"/>
    <dgm:cxn modelId="{EA3F8D57-077C-4720-B6F4-B376A52CA6C4}" srcId="{76D5F327-FC16-4389-A829-7D063DE8C16A}" destId="{BA155FD4-33D4-42F5-B3FE-7A3161215BC0}" srcOrd="1" destOrd="0" parTransId="{59B0F26F-D76E-4601-B26C-99644D71390E}" sibTransId="{CA474B0A-248C-4D48-8CFC-4B66875318C2}"/>
    <dgm:cxn modelId="{E9DB0BC8-2B03-44EC-BD0D-3F2DC97F20FC}" srcId="{76D5F327-FC16-4389-A829-7D063DE8C16A}" destId="{F28A8B61-3E77-403B-B9BF-71E16F5614F9}" srcOrd="0" destOrd="0" parTransId="{E7FC2923-9A58-43B5-8DDF-358207ED45CE}" sibTransId="{35D867DC-881D-4159-AB50-CE14B8D6AB00}"/>
    <dgm:cxn modelId="{D1FA5EE6-2265-4533-8854-FF7F0B8191DE}" type="presOf" srcId="{76D5F327-FC16-4389-A829-7D063DE8C16A}" destId="{B9802302-0395-4593-88D2-2D9A85627451}" srcOrd="0" destOrd="0" presId="urn:microsoft.com/office/officeart/2005/8/layout/hierarchy1"/>
    <dgm:cxn modelId="{6572171E-72C5-4361-B742-D89FE220815F}" type="presParOf" srcId="{B9802302-0395-4593-88D2-2D9A85627451}" destId="{1787C596-07AA-46D2-8EC4-332B114F56AC}" srcOrd="0" destOrd="0" presId="urn:microsoft.com/office/officeart/2005/8/layout/hierarchy1"/>
    <dgm:cxn modelId="{294E773A-2BFF-4520-9304-ED3AA17BF413}" type="presParOf" srcId="{1787C596-07AA-46D2-8EC4-332B114F56AC}" destId="{1CC061A6-76B0-48CD-BAF1-C6B40479F4BD}" srcOrd="0" destOrd="0" presId="urn:microsoft.com/office/officeart/2005/8/layout/hierarchy1"/>
    <dgm:cxn modelId="{083A5E5E-C308-4463-87B9-97FFF5845B48}" type="presParOf" srcId="{1CC061A6-76B0-48CD-BAF1-C6B40479F4BD}" destId="{667C41CB-F0EB-4E4B-9529-161D5C268719}" srcOrd="0" destOrd="0" presId="urn:microsoft.com/office/officeart/2005/8/layout/hierarchy1"/>
    <dgm:cxn modelId="{20934241-9317-4F33-8364-622E672CEAF4}" type="presParOf" srcId="{1CC061A6-76B0-48CD-BAF1-C6B40479F4BD}" destId="{29B160A1-51A5-463D-9BF5-CF8122D69BE8}" srcOrd="1" destOrd="0" presId="urn:microsoft.com/office/officeart/2005/8/layout/hierarchy1"/>
    <dgm:cxn modelId="{8E74C447-34B5-4D07-9F7E-7B93D025C37F}" type="presParOf" srcId="{1787C596-07AA-46D2-8EC4-332B114F56AC}" destId="{F90AA2A7-1C29-4E09-9FAB-F0AEA2365605}" srcOrd="1" destOrd="0" presId="urn:microsoft.com/office/officeart/2005/8/layout/hierarchy1"/>
    <dgm:cxn modelId="{7AE722A5-AC8E-4FB2-8A8B-DE11438D07CC}" type="presParOf" srcId="{B9802302-0395-4593-88D2-2D9A85627451}" destId="{59ADEB28-658E-4935-8F56-65BA973E8FEC}" srcOrd="1" destOrd="0" presId="urn:microsoft.com/office/officeart/2005/8/layout/hierarchy1"/>
    <dgm:cxn modelId="{FA841329-2BFE-4012-8E7F-9A6684A6333C}" type="presParOf" srcId="{59ADEB28-658E-4935-8F56-65BA973E8FEC}" destId="{26B07113-0936-4F16-9B0B-85CF32917FE1}" srcOrd="0" destOrd="0" presId="urn:microsoft.com/office/officeart/2005/8/layout/hierarchy1"/>
    <dgm:cxn modelId="{4484E63D-7C6E-4E9A-8B2F-C60F6284AE4D}" type="presParOf" srcId="{26B07113-0936-4F16-9B0B-85CF32917FE1}" destId="{3D99DE56-52FC-4DEF-AA84-3C5C7D91DA96}" srcOrd="0" destOrd="0" presId="urn:microsoft.com/office/officeart/2005/8/layout/hierarchy1"/>
    <dgm:cxn modelId="{243DB9AC-8E9A-41E7-BF89-DCD422ACF28A}" type="presParOf" srcId="{26B07113-0936-4F16-9B0B-85CF32917FE1}" destId="{1297A7D4-CD8D-47BC-BB89-D1428684F0B0}" srcOrd="1" destOrd="0" presId="urn:microsoft.com/office/officeart/2005/8/layout/hierarchy1"/>
    <dgm:cxn modelId="{0774BE79-66FC-41F0-8CFE-37A5F7207F4F}" type="presParOf" srcId="{59ADEB28-658E-4935-8F56-65BA973E8FEC}" destId="{A753B0F0-7BB9-412A-AC1A-E952D8C2F0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E4A180-9178-421E-B533-523EB6B25BC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4C8674-A9B0-421E-BBE1-D9219D480276}">
      <dgm:prSet/>
      <dgm:spPr/>
      <dgm:t>
        <a:bodyPr/>
        <a:lstStyle/>
        <a:p>
          <a:r>
            <a:rPr lang="nl-BE" dirty="0"/>
            <a:t>Bedoeling = pipeline maken voor een grote dataset te verwerken</a:t>
          </a:r>
          <a:endParaRPr lang="en-US" dirty="0"/>
        </a:p>
      </dgm:t>
    </dgm:pt>
    <dgm:pt modelId="{739538D8-C406-4DA6-93E3-44744EF85980}" type="parTrans" cxnId="{E68668F0-3D98-49D4-9DAE-6D6C652CE12E}">
      <dgm:prSet/>
      <dgm:spPr/>
      <dgm:t>
        <a:bodyPr/>
        <a:lstStyle/>
        <a:p>
          <a:endParaRPr lang="en-US"/>
        </a:p>
      </dgm:t>
    </dgm:pt>
    <dgm:pt modelId="{CE2AA53D-2C3B-4844-919D-D5BE41A57F0F}" type="sibTrans" cxnId="{E68668F0-3D98-49D4-9DAE-6D6C652CE12E}">
      <dgm:prSet/>
      <dgm:spPr/>
      <dgm:t>
        <a:bodyPr/>
        <a:lstStyle/>
        <a:p>
          <a:endParaRPr lang="en-US"/>
        </a:p>
      </dgm:t>
    </dgm:pt>
    <dgm:pt modelId="{E23BB3D6-3EF0-4978-8256-184B0840F602}">
      <dgm:prSet/>
      <dgm:spPr/>
      <dgm:t>
        <a:bodyPr/>
        <a:lstStyle/>
        <a:p>
          <a:r>
            <a:rPr lang="nl-BE" dirty="0" err="1"/>
            <a:t>Airflow</a:t>
          </a:r>
          <a:r>
            <a:rPr lang="nl-BE" dirty="0"/>
            <a:t> voor monitoring en </a:t>
          </a:r>
          <a:r>
            <a:rPr lang="nl-BE" dirty="0" err="1"/>
            <a:t>moddeleren</a:t>
          </a:r>
          <a:r>
            <a:rPr lang="nl-BE" dirty="0"/>
            <a:t> van de pipeline</a:t>
          </a:r>
          <a:endParaRPr lang="en-US" dirty="0"/>
        </a:p>
      </dgm:t>
    </dgm:pt>
    <dgm:pt modelId="{2BBC4008-E96A-46AE-ADFA-5E7FFE4C2747}" type="parTrans" cxnId="{E2A73A89-67AC-480C-AA41-4EBB8E56CE14}">
      <dgm:prSet/>
      <dgm:spPr/>
      <dgm:t>
        <a:bodyPr/>
        <a:lstStyle/>
        <a:p>
          <a:endParaRPr lang="en-US"/>
        </a:p>
      </dgm:t>
    </dgm:pt>
    <dgm:pt modelId="{3ADE11CC-CC59-49C2-8DAB-8105B09627EF}" type="sibTrans" cxnId="{E2A73A89-67AC-480C-AA41-4EBB8E56CE14}">
      <dgm:prSet/>
      <dgm:spPr/>
      <dgm:t>
        <a:bodyPr/>
        <a:lstStyle/>
        <a:p>
          <a:endParaRPr lang="en-US"/>
        </a:p>
      </dgm:t>
    </dgm:pt>
    <dgm:pt modelId="{E1CBCA3A-76B1-4839-9186-917E26878089}">
      <dgm:prSet/>
      <dgm:spPr/>
      <dgm:t>
        <a:bodyPr/>
        <a:lstStyle/>
        <a:p>
          <a:r>
            <a:rPr lang="nl-BE" dirty="0"/>
            <a:t>Elke 4</a:t>
          </a:r>
          <a:r>
            <a:rPr lang="nl-BE" baseline="30000" dirty="0"/>
            <a:t>de</a:t>
          </a:r>
          <a:r>
            <a:rPr lang="nl-BE" dirty="0"/>
            <a:t> van de maand</a:t>
          </a:r>
          <a:endParaRPr lang="en-US" dirty="0"/>
        </a:p>
      </dgm:t>
    </dgm:pt>
    <dgm:pt modelId="{A2456EDC-85AD-466E-8973-D15AD9C779E4}" type="parTrans" cxnId="{5FE87576-AAC3-40D7-B8F1-24F15BAD0CE6}">
      <dgm:prSet/>
      <dgm:spPr/>
      <dgm:t>
        <a:bodyPr/>
        <a:lstStyle/>
        <a:p>
          <a:endParaRPr lang="en-US"/>
        </a:p>
      </dgm:t>
    </dgm:pt>
    <dgm:pt modelId="{3B53D527-0C24-4B35-8282-E680CC233E04}" type="sibTrans" cxnId="{5FE87576-AAC3-40D7-B8F1-24F15BAD0CE6}">
      <dgm:prSet/>
      <dgm:spPr/>
      <dgm:t>
        <a:bodyPr/>
        <a:lstStyle/>
        <a:p>
          <a:endParaRPr lang="en-US"/>
        </a:p>
      </dgm:t>
    </dgm:pt>
    <dgm:pt modelId="{FF837473-C44B-4A02-B1A1-CF8D67C3FD5A}">
      <dgm:prSet/>
      <dgm:spPr/>
      <dgm:t>
        <a:bodyPr/>
        <a:lstStyle/>
        <a:p>
          <a:r>
            <a:rPr lang="nl-BE" dirty="0"/>
            <a:t>Gemaakt voor grote bestanden</a:t>
          </a:r>
          <a:endParaRPr lang="en-US" dirty="0"/>
        </a:p>
      </dgm:t>
    </dgm:pt>
    <dgm:pt modelId="{8710A29F-C972-4847-90BD-D21F41A5C052}" type="parTrans" cxnId="{18485D7E-1D8A-46F5-8FBF-021A28BC113A}">
      <dgm:prSet/>
      <dgm:spPr/>
      <dgm:t>
        <a:bodyPr/>
        <a:lstStyle/>
        <a:p>
          <a:endParaRPr lang="en-US"/>
        </a:p>
      </dgm:t>
    </dgm:pt>
    <dgm:pt modelId="{18006321-C15F-400F-A8FC-63AB6DAC9C42}" type="sibTrans" cxnId="{18485D7E-1D8A-46F5-8FBF-021A28BC113A}">
      <dgm:prSet/>
      <dgm:spPr/>
      <dgm:t>
        <a:bodyPr/>
        <a:lstStyle/>
        <a:p>
          <a:endParaRPr lang="en-US"/>
        </a:p>
      </dgm:t>
    </dgm:pt>
    <dgm:pt modelId="{4FAF6B7E-40BA-4143-812B-00B6E1EA51E1}">
      <dgm:prSet/>
      <dgm:spPr/>
      <dgm:t>
        <a:bodyPr/>
        <a:lstStyle/>
        <a:p>
          <a:r>
            <a:rPr lang="nl-BE" dirty="0"/>
            <a:t>Transformatie heel veel </a:t>
          </a:r>
          <a:endParaRPr lang="en-US" dirty="0"/>
        </a:p>
      </dgm:t>
    </dgm:pt>
    <dgm:pt modelId="{0AED80D5-3602-4021-9537-56F729BD3EAF}" type="parTrans" cxnId="{2E765226-2632-4F92-A199-46017DB6C615}">
      <dgm:prSet/>
      <dgm:spPr/>
      <dgm:t>
        <a:bodyPr/>
        <a:lstStyle/>
        <a:p>
          <a:endParaRPr lang="en-US"/>
        </a:p>
      </dgm:t>
    </dgm:pt>
    <dgm:pt modelId="{0273A34B-FA84-4D32-AA15-ED1DA2E80C66}" type="sibTrans" cxnId="{2E765226-2632-4F92-A199-46017DB6C615}">
      <dgm:prSet/>
      <dgm:spPr/>
      <dgm:t>
        <a:bodyPr/>
        <a:lstStyle/>
        <a:p>
          <a:endParaRPr lang="en-US"/>
        </a:p>
      </dgm:t>
    </dgm:pt>
    <dgm:pt modelId="{D8C5560F-D44C-4104-B9B9-51B11CFA7CDF}" type="pres">
      <dgm:prSet presAssocID="{E4E4A180-9178-421E-B533-523EB6B25BC8}" presName="Name0" presStyleCnt="0">
        <dgm:presLayoutVars>
          <dgm:dir/>
          <dgm:animLvl val="lvl"/>
          <dgm:resizeHandles val="exact"/>
        </dgm:presLayoutVars>
      </dgm:prSet>
      <dgm:spPr/>
    </dgm:pt>
    <dgm:pt modelId="{B03356F2-1A0F-4492-B8BC-ECB3B870AC2B}" type="pres">
      <dgm:prSet presAssocID="{BE4C8674-A9B0-421E-BBE1-D9219D480276}" presName="linNode" presStyleCnt="0"/>
      <dgm:spPr/>
    </dgm:pt>
    <dgm:pt modelId="{167BD4EE-6D0B-4A87-958E-695B0EFB94E4}" type="pres">
      <dgm:prSet presAssocID="{BE4C8674-A9B0-421E-BBE1-D9219D48027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2662A19-1D41-4704-8CD2-7553AFA84233}" type="pres">
      <dgm:prSet presAssocID="{CE2AA53D-2C3B-4844-919D-D5BE41A57F0F}" presName="sp" presStyleCnt="0"/>
      <dgm:spPr/>
    </dgm:pt>
    <dgm:pt modelId="{15BFEE21-977B-46A0-A307-CFCE99B7BFFD}" type="pres">
      <dgm:prSet presAssocID="{E23BB3D6-3EF0-4978-8256-184B0840F602}" presName="linNode" presStyleCnt="0"/>
      <dgm:spPr/>
    </dgm:pt>
    <dgm:pt modelId="{FED920E1-7E3A-47F4-9D40-FF7F8F727592}" type="pres">
      <dgm:prSet presAssocID="{E23BB3D6-3EF0-4978-8256-184B0840F60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611252B-FFEC-46C7-AC7C-DE213689BFCA}" type="pres">
      <dgm:prSet presAssocID="{3ADE11CC-CC59-49C2-8DAB-8105B09627EF}" presName="sp" presStyleCnt="0"/>
      <dgm:spPr/>
    </dgm:pt>
    <dgm:pt modelId="{91C92FB4-6839-418A-804E-F87ED8AD80A4}" type="pres">
      <dgm:prSet presAssocID="{E1CBCA3A-76B1-4839-9186-917E26878089}" presName="linNode" presStyleCnt="0"/>
      <dgm:spPr/>
    </dgm:pt>
    <dgm:pt modelId="{92E473BE-A7AB-4479-B268-C734DB707802}" type="pres">
      <dgm:prSet presAssocID="{E1CBCA3A-76B1-4839-9186-917E26878089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E72C62DE-CD2D-42CF-B3F3-DDEDA3EB6C15}" type="pres">
      <dgm:prSet presAssocID="{3B53D527-0C24-4B35-8282-E680CC233E04}" presName="sp" presStyleCnt="0"/>
      <dgm:spPr/>
    </dgm:pt>
    <dgm:pt modelId="{0D2A5F2A-996D-40DF-AEA8-6D2081FD9501}" type="pres">
      <dgm:prSet presAssocID="{FF837473-C44B-4A02-B1A1-CF8D67C3FD5A}" presName="linNode" presStyleCnt="0"/>
      <dgm:spPr/>
    </dgm:pt>
    <dgm:pt modelId="{FB2182C4-F257-436B-A1FF-71EC64C2D435}" type="pres">
      <dgm:prSet presAssocID="{FF837473-C44B-4A02-B1A1-CF8D67C3FD5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8514A13D-DDF9-41CA-B572-B0146E2EABA8}" type="pres">
      <dgm:prSet presAssocID="{18006321-C15F-400F-A8FC-63AB6DAC9C42}" presName="sp" presStyleCnt="0"/>
      <dgm:spPr/>
    </dgm:pt>
    <dgm:pt modelId="{B0F53B3A-28C9-4AD5-B9DA-ECBAC898C0C0}" type="pres">
      <dgm:prSet presAssocID="{4FAF6B7E-40BA-4143-812B-00B6E1EA51E1}" presName="linNode" presStyleCnt="0"/>
      <dgm:spPr/>
    </dgm:pt>
    <dgm:pt modelId="{29CF43E4-A716-4206-9FC0-61B2094C8DC1}" type="pres">
      <dgm:prSet presAssocID="{4FAF6B7E-40BA-4143-812B-00B6E1EA51E1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FC153617-DFC8-41EA-976A-6482BFFC802D}" type="presOf" srcId="{FF837473-C44B-4A02-B1A1-CF8D67C3FD5A}" destId="{FB2182C4-F257-436B-A1FF-71EC64C2D435}" srcOrd="0" destOrd="0" presId="urn:microsoft.com/office/officeart/2005/8/layout/vList5"/>
    <dgm:cxn modelId="{2E765226-2632-4F92-A199-46017DB6C615}" srcId="{E4E4A180-9178-421E-B533-523EB6B25BC8}" destId="{4FAF6B7E-40BA-4143-812B-00B6E1EA51E1}" srcOrd="4" destOrd="0" parTransId="{0AED80D5-3602-4021-9537-56F729BD3EAF}" sibTransId="{0273A34B-FA84-4D32-AA15-ED1DA2E80C66}"/>
    <dgm:cxn modelId="{994DB529-1416-417B-92B4-ABB2B4FD5DE2}" type="presOf" srcId="{E1CBCA3A-76B1-4839-9186-917E26878089}" destId="{92E473BE-A7AB-4479-B268-C734DB707802}" srcOrd="0" destOrd="0" presId="urn:microsoft.com/office/officeart/2005/8/layout/vList5"/>
    <dgm:cxn modelId="{5FE87576-AAC3-40D7-B8F1-24F15BAD0CE6}" srcId="{E4E4A180-9178-421E-B533-523EB6B25BC8}" destId="{E1CBCA3A-76B1-4839-9186-917E26878089}" srcOrd="2" destOrd="0" parTransId="{A2456EDC-85AD-466E-8973-D15AD9C779E4}" sibTransId="{3B53D527-0C24-4B35-8282-E680CC233E04}"/>
    <dgm:cxn modelId="{3FE89579-B94C-43BD-B67F-0CA500BA0371}" type="presOf" srcId="{4FAF6B7E-40BA-4143-812B-00B6E1EA51E1}" destId="{29CF43E4-A716-4206-9FC0-61B2094C8DC1}" srcOrd="0" destOrd="0" presId="urn:microsoft.com/office/officeart/2005/8/layout/vList5"/>
    <dgm:cxn modelId="{18485D7E-1D8A-46F5-8FBF-021A28BC113A}" srcId="{E4E4A180-9178-421E-B533-523EB6B25BC8}" destId="{FF837473-C44B-4A02-B1A1-CF8D67C3FD5A}" srcOrd="3" destOrd="0" parTransId="{8710A29F-C972-4847-90BD-D21F41A5C052}" sibTransId="{18006321-C15F-400F-A8FC-63AB6DAC9C42}"/>
    <dgm:cxn modelId="{A5C39F88-026E-424C-AA75-88D4EB33F6F5}" type="presOf" srcId="{E4E4A180-9178-421E-B533-523EB6B25BC8}" destId="{D8C5560F-D44C-4104-B9B9-51B11CFA7CDF}" srcOrd="0" destOrd="0" presId="urn:microsoft.com/office/officeart/2005/8/layout/vList5"/>
    <dgm:cxn modelId="{E2A73A89-67AC-480C-AA41-4EBB8E56CE14}" srcId="{E4E4A180-9178-421E-B533-523EB6B25BC8}" destId="{E23BB3D6-3EF0-4978-8256-184B0840F602}" srcOrd="1" destOrd="0" parTransId="{2BBC4008-E96A-46AE-ADFA-5E7FFE4C2747}" sibTransId="{3ADE11CC-CC59-49C2-8DAB-8105B09627EF}"/>
    <dgm:cxn modelId="{149F0BAC-C0D6-4FDC-9FFF-93004BA99E05}" type="presOf" srcId="{BE4C8674-A9B0-421E-BBE1-D9219D480276}" destId="{167BD4EE-6D0B-4A87-958E-695B0EFB94E4}" srcOrd="0" destOrd="0" presId="urn:microsoft.com/office/officeart/2005/8/layout/vList5"/>
    <dgm:cxn modelId="{3E8A4ADF-EABE-4756-97AC-3E790EF1D3C0}" type="presOf" srcId="{E23BB3D6-3EF0-4978-8256-184B0840F602}" destId="{FED920E1-7E3A-47F4-9D40-FF7F8F727592}" srcOrd="0" destOrd="0" presId="urn:microsoft.com/office/officeart/2005/8/layout/vList5"/>
    <dgm:cxn modelId="{E68668F0-3D98-49D4-9DAE-6D6C652CE12E}" srcId="{E4E4A180-9178-421E-B533-523EB6B25BC8}" destId="{BE4C8674-A9B0-421E-BBE1-D9219D480276}" srcOrd="0" destOrd="0" parTransId="{739538D8-C406-4DA6-93E3-44744EF85980}" sibTransId="{CE2AA53D-2C3B-4844-919D-D5BE41A57F0F}"/>
    <dgm:cxn modelId="{80E4390D-D939-43BD-AD46-950736D97144}" type="presParOf" srcId="{D8C5560F-D44C-4104-B9B9-51B11CFA7CDF}" destId="{B03356F2-1A0F-4492-B8BC-ECB3B870AC2B}" srcOrd="0" destOrd="0" presId="urn:microsoft.com/office/officeart/2005/8/layout/vList5"/>
    <dgm:cxn modelId="{F3983E94-9B3E-4ED9-BD92-206A0287BF9E}" type="presParOf" srcId="{B03356F2-1A0F-4492-B8BC-ECB3B870AC2B}" destId="{167BD4EE-6D0B-4A87-958E-695B0EFB94E4}" srcOrd="0" destOrd="0" presId="urn:microsoft.com/office/officeart/2005/8/layout/vList5"/>
    <dgm:cxn modelId="{F65CFC4F-3412-42AC-B820-27B2F61C7C5D}" type="presParOf" srcId="{D8C5560F-D44C-4104-B9B9-51B11CFA7CDF}" destId="{12662A19-1D41-4704-8CD2-7553AFA84233}" srcOrd="1" destOrd="0" presId="urn:microsoft.com/office/officeart/2005/8/layout/vList5"/>
    <dgm:cxn modelId="{4A6F6A1A-4180-43EF-8C60-6760C48F1FF3}" type="presParOf" srcId="{D8C5560F-D44C-4104-B9B9-51B11CFA7CDF}" destId="{15BFEE21-977B-46A0-A307-CFCE99B7BFFD}" srcOrd="2" destOrd="0" presId="urn:microsoft.com/office/officeart/2005/8/layout/vList5"/>
    <dgm:cxn modelId="{652794E2-1D2E-4DE0-96B0-9221020AC664}" type="presParOf" srcId="{15BFEE21-977B-46A0-A307-CFCE99B7BFFD}" destId="{FED920E1-7E3A-47F4-9D40-FF7F8F727592}" srcOrd="0" destOrd="0" presId="urn:microsoft.com/office/officeart/2005/8/layout/vList5"/>
    <dgm:cxn modelId="{DEBDD7D9-855A-4B1B-8149-D7B89C559E51}" type="presParOf" srcId="{D8C5560F-D44C-4104-B9B9-51B11CFA7CDF}" destId="{D611252B-FFEC-46C7-AC7C-DE213689BFCA}" srcOrd="3" destOrd="0" presId="urn:microsoft.com/office/officeart/2005/8/layout/vList5"/>
    <dgm:cxn modelId="{A67C9CD3-D534-409E-A691-F04AF95E2A91}" type="presParOf" srcId="{D8C5560F-D44C-4104-B9B9-51B11CFA7CDF}" destId="{91C92FB4-6839-418A-804E-F87ED8AD80A4}" srcOrd="4" destOrd="0" presId="urn:microsoft.com/office/officeart/2005/8/layout/vList5"/>
    <dgm:cxn modelId="{82B52DE8-F30C-4E9F-B81A-A66276A3EB1D}" type="presParOf" srcId="{91C92FB4-6839-418A-804E-F87ED8AD80A4}" destId="{92E473BE-A7AB-4479-B268-C734DB707802}" srcOrd="0" destOrd="0" presId="urn:microsoft.com/office/officeart/2005/8/layout/vList5"/>
    <dgm:cxn modelId="{B39B823F-86C5-46BC-ADF9-44E2832BE8F3}" type="presParOf" srcId="{D8C5560F-D44C-4104-B9B9-51B11CFA7CDF}" destId="{E72C62DE-CD2D-42CF-B3F3-DDEDA3EB6C15}" srcOrd="5" destOrd="0" presId="urn:microsoft.com/office/officeart/2005/8/layout/vList5"/>
    <dgm:cxn modelId="{D803E785-72AD-4AF5-A58D-E4E9A79DE365}" type="presParOf" srcId="{D8C5560F-D44C-4104-B9B9-51B11CFA7CDF}" destId="{0D2A5F2A-996D-40DF-AEA8-6D2081FD9501}" srcOrd="6" destOrd="0" presId="urn:microsoft.com/office/officeart/2005/8/layout/vList5"/>
    <dgm:cxn modelId="{30D98EAA-AD58-46DE-A75A-0C654DEDB155}" type="presParOf" srcId="{0D2A5F2A-996D-40DF-AEA8-6D2081FD9501}" destId="{FB2182C4-F257-436B-A1FF-71EC64C2D435}" srcOrd="0" destOrd="0" presId="urn:microsoft.com/office/officeart/2005/8/layout/vList5"/>
    <dgm:cxn modelId="{9DF5A1C8-91D2-4C77-9DB0-2C3EDF75EB6C}" type="presParOf" srcId="{D8C5560F-D44C-4104-B9B9-51B11CFA7CDF}" destId="{8514A13D-DDF9-41CA-B572-B0146E2EABA8}" srcOrd="7" destOrd="0" presId="urn:microsoft.com/office/officeart/2005/8/layout/vList5"/>
    <dgm:cxn modelId="{64D962CA-DDC0-40F7-974C-E9DBBD221D65}" type="presParOf" srcId="{D8C5560F-D44C-4104-B9B9-51B11CFA7CDF}" destId="{B0F53B3A-28C9-4AD5-B9DA-ECBAC898C0C0}" srcOrd="8" destOrd="0" presId="urn:microsoft.com/office/officeart/2005/8/layout/vList5"/>
    <dgm:cxn modelId="{20B84793-6E85-4F5A-B11A-C433117B068E}" type="presParOf" srcId="{B0F53B3A-28C9-4AD5-B9DA-ECBAC898C0C0}" destId="{29CF43E4-A716-4206-9FC0-61B2094C8DC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E513AB-28E1-42C4-A045-DA6E0F4A26C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736E9B-FB2E-4C0B-9D1F-B8FD11734298}">
      <dgm:prSet/>
      <dgm:spPr/>
      <dgm:t>
        <a:bodyPr/>
        <a:lstStyle/>
        <a:p>
          <a:r>
            <a:rPr lang="nl-BE"/>
            <a:t>Bedoeling = pipeline maken voor bestanden die regelmatig kunnen binnenkomen</a:t>
          </a:r>
          <a:endParaRPr lang="en-US"/>
        </a:p>
      </dgm:t>
    </dgm:pt>
    <dgm:pt modelId="{DCD37E03-3A86-4C34-ABE9-401D7816C3C0}" type="parTrans" cxnId="{985F828D-95B5-4FB1-A3BE-95967DF0B1F2}">
      <dgm:prSet/>
      <dgm:spPr/>
      <dgm:t>
        <a:bodyPr/>
        <a:lstStyle/>
        <a:p>
          <a:endParaRPr lang="en-US"/>
        </a:p>
      </dgm:t>
    </dgm:pt>
    <dgm:pt modelId="{F4A78541-491B-4697-A130-62B71886C54A}" type="sibTrans" cxnId="{985F828D-95B5-4FB1-A3BE-95967DF0B1F2}">
      <dgm:prSet/>
      <dgm:spPr/>
      <dgm:t>
        <a:bodyPr/>
        <a:lstStyle/>
        <a:p>
          <a:endParaRPr lang="en-US"/>
        </a:p>
      </dgm:t>
    </dgm:pt>
    <dgm:pt modelId="{860775C3-AF32-40F1-8736-C17D754A314A}">
      <dgm:prSet/>
      <dgm:spPr/>
      <dgm:t>
        <a:bodyPr/>
        <a:lstStyle/>
        <a:p>
          <a:r>
            <a:rPr lang="nl-BE"/>
            <a:t>Altijd wanneer er een nieuw bestand binnen komt</a:t>
          </a:r>
          <a:endParaRPr lang="en-US"/>
        </a:p>
      </dgm:t>
    </dgm:pt>
    <dgm:pt modelId="{13C32CD0-5DF7-4300-BACB-8A8EB064D406}" type="parTrans" cxnId="{6652425C-636C-48D8-A815-818782DC6E00}">
      <dgm:prSet/>
      <dgm:spPr/>
      <dgm:t>
        <a:bodyPr/>
        <a:lstStyle/>
        <a:p>
          <a:endParaRPr lang="en-US"/>
        </a:p>
      </dgm:t>
    </dgm:pt>
    <dgm:pt modelId="{EBCE659A-13A2-4605-842B-42A21ABD2A5F}" type="sibTrans" cxnId="{6652425C-636C-48D8-A815-818782DC6E00}">
      <dgm:prSet/>
      <dgm:spPr/>
      <dgm:t>
        <a:bodyPr/>
        <a:lstStyle/>
        <a:p>
          <a:endParaRPr lang="en-US"/>
        </a:p>
      </dgm:t>
    </dgm:pt>
    <dgm:pt modelId="{165D0FB5-8B2D-41A9-B461-445E145EC3AC}">
      <dgm:prSet/>
      <dgm:spPr/>
      <dgm:t>
        <a:bodyPr/>
        <a:lstStyle/>
        <a:p>
          <a:r>
            <a:rPr lang="nl-BE"/>
            <a:t>Als er een fout is bestand wordt overgeslagen en andere gaan verder</a:t>
          </a:r>
          <a:endParaRPr lang="en-US"/>
        </a:p>
      </dgm:t>
    </dgm:pt>
    <dgm:pt modelId="{60E68C4D-B01C-4594-A378-DEE30B89AB5C}" type="parTrans" cxnId="{97E2F84E-4FBB-4563-AFDB-5F59316918BD}">
      <dgm:prSet/>
      <dgm:spPr/>
      <dgm:t>
        <a:bodyPr/>
        <a:lstStyle/>
        <a:p>
          <a:endParaRPr lang="en-US"/>
        </a:p>
      </dgm:t>
    </dgm:pt>
    <dgm:pt modelId="{8372968E-6A69-44A3-8B6D-99E3B648966F}" type="sibTrans" cxnId="{97E2F84E-4FBB-4563-AFDB-5F59316918BD}">
      <dgm:prSet/>
      <dgm:spPr/>
      <dgm:t>
        <a:bodyPr/>
        <a:lstStyle/>
        <a:p>
          <a:endParaRPr lang="en-US"/>
        </a:p>
      </dgm:t>
    </dgm:pt>
    <dgm:pt modelId="{C65B9C28-FB5D-4208-B48C-0CE5E2A53166}">
      <dgm:prSet/>
      <dgm:spPr/>
      <dgm:t>
        <a:bodyPr/>
        <a:lstStyle/>
        <a:p>
          <a:r>
            <a:rPr lang="nl-BE"/>
            <a:t>Kleinere veranderingen voor efficiëntie </a:t>
          </a:r>
          <a:endParaRPr lang="en-US"/>
        </a:p>
      </dgm:t>
    </dgm:pt>
    <dgm:pt modelId="{7B504FC5-EB71-4BEC-A2CD-41A05E6FAC70}" type="parTrans" cxnId="{B9FC0E3C-2735-4C95-B46F-0407F141F8BB}">
      <dgm:prSet/>
      <dgm:spPr/>
      <dgm:t>
        <a:bodyPr/>
        <a:lstStyle/>
        <a:p>
          <a:endParaRPr lang="en-US"/>
        </a:p>
      </dgm:t>
    </dgm:pt>
    <dgm:pt modelId="{E20DCD22-7718-4FC7-832C-009581E4A1AF}" type="sibTrans" cxnId="{B9FC0E3C-2735-4C95-B46F-0407F141F8BB}">
      <dgm:prSet/>
      <dgm:spPr/>
      <dgm:t>
        <a:bodyPr/>
        <a:lstStyle/>
        <a:p>
          <a:endParaRPr lang="en-US"/>
        </a:p>
      </dgm:t>
    </dgm:pt>
    <dgm:pt modelId="{DB48B318-C4EA-4BAC-A396-6399814BE7B6}" type="pres">
      <dgm:prSet presAssocID="{B8E513AB-28E1-42C4-A045-DA6E0F4A26C3}" presName="Name0" presStyleCnt="0">
        <dgm:presLayoutVars>
          <dgm:dir/>
          <dgm:animLvl val="lvl"/>
          <dgm:resizeHandles val="exact"/>
        </dgm:presLayoutVars>
      </dgm:prSet>
      <dgm:spPr/>
    </dgm:pt>
    <dgm:pt modelId="{DED195D1-5092-4A54-AB3A-1E9E08190BB4}" type="pres">
      <dgm:prSet presAssocID="{D3736E9B-FB2E-4C0B-9D1F-B8FD11734298}" presName="linNode" presStyleCnt="0"/>
      <dgm:spPr/>
    </dgm:pt>
    <dgm:pt modelId="{BCD35AD7-785B-451B-B0AF-89D3100E5812}" type="pres">
      <dgm:prSet presAssocID="{D3736E9B-FB2E-4C0B-9D1F-B8FD1173429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FE5C2DA-7DDC-4B60-9EA3-551ED376722E}" type="pres">
      <dgm:prSet presAssocID="{F4A78541-491B-4697-A130-62B71886C54A}" presName="sp" presStyleCnt="0"/>
      <dgm:spPr/>
    </dgm:pt>
    <dgm:pt modelId="{1E8029E0-A701-42A8-BC21-0C85584C3523}" type="pres">
      <dgm:prSet presAssocID="{860775C3-AF32-40F1-8736-C17D754A314A}" presName="linNode" presStyleCnt="0"/>
      <dgm:spPr/>
    </dgm:pt>
    <dgm:pt modelId="{C8BB1E78-99A5-4857-BB62-FBDDEC262579}" type="pres">
      <dgm:prSet presAssocID="{860775C3-AF32-40F1-8736-C17D754A314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C765514-D29C-4CAE-A732-B61A2EB0D37B}" type="pres">
      <dgm:prSet presAssocID="{EBCE659A-13A2-4605-842B-42A21ABD2A5F}" presName="sp" presStyleCnt="0"/>
      <dgm:spPr/>
    </dgm:pt>
    <dgm:pt modelId="{77A389E1-AC8C-407F-A6D5-351A19779198}" type="pres">
      <dgm:prSet presAssocID="{165D0FB5-8B2D-41A9-B461-445E145EC3AC}" presName="linNode" presStyleCnt="0"/>
      <dgm:spPr/>
    </dgm:pt>
    <dgm:pt modelId="{C22EF10F-61BE-4660-8A10-39089C081841}" type="pres">
      <dgm:prSet presAssocID="{165D0FB5-8B2D-41A9-B461-445E145EC3A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E249244-1249-4F63-A0CC-E0435D5A7A15}" type="pres">
      <dgm:prSet presAssocID="{8372968E-6A69-44A3-8B6D-99E3B648966F}" presName="sp" presStyleCnt="0"/>
      <dgm:spPr/>
    </dgm:pt>
    <dgm:pt modelId="{7D1B389F-CAC2-49F8-B224-8AC978E45857}" type="pres">
      <dgm:prSet presAssocID="{C65B9C28-FB5D-4208-B48C-0CE5E2A53166}" presName="linNode" presStyleCnt="0"/>
      <dgm:spPr/>
    </dgm:pt>
    <dgm:pt modelId="{CC539DB8-9765-4AA1-AEC0-83E89C4E3983}" type="pres">
      <dgm:prSet presAssocID="{C65B9C28-FB5D-4208-B48C-0CE5E2A53166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B9FC0E3C-2735-4C95-B46F-0407F141F8BB}" srcId="{B8E513AB-28E1-42C4-A045-DA6E0F4A26C3}" destId="{C65B9C28-FB5D-4208-B48C-0CE5E2A53166}" srcOrd="3" destOrd="0" parTransId="{7B504FC5-EB71-4BEC-A2CD-41A05E6FAC70}" sibTransId="{E20DCD22-7718-4FC7-832C-009581E4A1AF}"/>
    <dgm:cxn modelId="{6652425C-636C-48D8-A815-818782DC6E00}" srcId="{B8E513AB-28E1-42C4-A045-DA6E0F4A26C3}" destId="{860775C3-AF32-40F1-8736-C17D754A314A}" srcOrd="1" destOrd="0" parTransId="{13C32CD0-5DF7-4300-BACB-8A8EB064D406}" sibTransId="{EBCE659A-13A2-4605-842B-42A21ABD2A5F}"/>
    <dgm:cxn modelId="{97E2F84E-4FBB-4563-AFDB-5F59316918BD}" srcId="{B8E513AB-28E1-42C4-A045-DA6E0F4A26C3}" destId="{165D0FB5-8B2D-41A9-B461-445E145EC3AC}" srcOrd="2" destOrd="0" parTransId="{60E68C4D-B01C-4594-A378-DEE30B89AB5C}" sibTransId="{8372968E-6A69-44A3-8B6D-99E3B648966F}"/>
    <dgm:cxn modelId="{6AFA9956-AEE4-4A3C-9093-2443CE1D7CC1}" type="presOf" srcId="{C65B9C28-FB5D-4208-B48C-0CE5E2A53166}" destId="{CC539DB8-9765-4AA1-AEC0-83E89C4E3983}" srcOrd="0" destOrd="0" presId="urn:microsoft.com/office/officeart/2005/8/layout/vList5"/>
    <dgm:cxn modelId="{75A5EB8A-6192-424F-98D4-D2557E4853DE}" type="presOf" srcId="{165D0FB5-8B2D-41A9-B461-445E145EC3AC}" destId="{C22EF10F-61BE-4660-8A10-39089C081841}" srcOrd="0" destOrd="0" presId="urn:microsoft.com/office/officeart/2005/8/layout/vList5"/>
    <dgm:cxn modelId="{985F828D-95B5-4FB1-A3BE-95967DF0B1F2}" srcId="{B8E513AB-28E1-42C4-A045-DA6E0F4A26C3}" destId="{D3736E9B-FB2E-4C0B-9D1F-B8FD11734298}" srcOrd="0" destOrd="0" parTransId="{DCD37E03-3A86-4C34-ABE9-401D7816C3C0}" sibTransId="{F4A78541-491B-4697-A130-62B71886C54A}"/>
    <dgm:cxn modelId="{CD19A4B3-1A62-4A93-923B-6E2FAA91A0EC}" type="presOf" srcId="{B8E513AB-28E1-42C4-A045-DA6E0F4A26C3}" destId="{DB48B318-C4EA-4BAC-A396-6399814BE7B6}" srcOrd="0" destOrd="0" presId="urn:microsoft.com/office/officeart/2005/8/layout/vList5"/>
    <dgm:cxn modelId="{DDB90FBF-46B7-442B-A88A-31032BEDE165}" type="presOf" srcId="{D3736E9B-FB2E-4C0B-9D1F-B8FD11734298}" destId="{BCD35AD7-785B-451B-B0AF-89D3100E5812}" srcOrd="0" destOrd="0" presId="urn:microsoft.com/office/officeart/2005/8/layout/vList5"/>
    <dgm:cxn modelId="{70CB1DC1-6C45-4A3D-9BEE-3AE1F1AA2305}" type="presOf" srcId="{860775C3-AF32-40F1-8736-C17D754A314A}" destId="{C8BB1E78-99A5-4857-BB62-FBDDEC262579}" srcOrd="0" destOrd="0" presId="urn:microsoft.com/office/officeart/2005/8/layout/vList5"/>
    <dgm:cxn modelId="{27B1DF90-5859-4C3D-AFF3-733325384070}" type="presParOf" srcId="{DB48B318-C4EA-4BAC-A396-6399814BE7B6}" destId="{DED195D1-5092-4A54-AB3A-1E9E08190BB4}" srcOrd="0" destOrd="0" presId="urn:microsoft.com/office/officeart/2005/8/layout/vList5"/>
    <dgm:cxn modelId="{032D7D6E-DFDE-44D9-84C7-50ACF5261091}" type="presParOf" srcId="{DED195D1-5092-4A54-AB3A-1E9E08190BB4}" destId="{BCD35AD7-785B-451B-B0AF-89D3100E5812}" srcOrd="0" destOrd="0" presId="urn:microsoft.com/office/officeart/2005/8/layout/vList5"/>
    <dgm:cxn modelId="{D296F962-62BB-4854-BE16-54628568B2D9}" type="presParOf" srcId="{DB48B318-C4EA-4BAC-A396-6399814BE7B6}" destId="{4FE5C2DA-7DDC-4B60-9EA3-551ED376722E}" srcOrd="1" destOrd="0" presId="urn:microsoft.com/office/officeart/2005/8/layout/vList5"/>
    <dgm:cxn modelId="{1DB3F1BD-916C-4314-A368-2FD488BCC01A}" type="presParOf" srcId="{DB48B318-C4EA-4BAC-A396-6399814BE7B6}" destId="{1E8029E0-A701-42A8-BC21-0C85584C3523}" srcOrd="2" destOrd="0" presId="urn:microsoft.com/office/officeart/2005/8/layout/vList5"/>
    <dgm:cxn modelId="{46DC6B59-BCF9-4736-894A-0B1FF0108446}" type="presParOf" srcId="{1E8029E0-A701-42A8-BC21-0C85584C3523}" destId="{C8BB1E78-99A5-4857-BB62-FBDDEC262579}" srcOrd="0" destOrd="0" presId="urn:microsoft.com/office/officeart/2005/8/layout/vList5"/>
    <dgm:cxn modelId="{51411072-B87A-4157-AB72-E0465E0B8021}" type="presParOf" srcId="{DB48B318-C4EA-4BAC-A396-6399814BE7B6}" destId="{1C765514-D29C-4CAE-A732-B61A2EB0D37B}" srcOrd="3" destOrd="0" presId="urn:microsoft.com/office/officeart/2005/8/layout/vList5"/>
    <dgm:cxn modelId="{4B0DDF46-C225-44C2-8AC3-8C79A4CA84E5}" type="presParOf" srcId="{DB48B318-C4EA-4BAC-A396-6399814BE7B6}" destId="{77A389E1-AC8C-407F-A6D5-351A19779198}" srcOrd="4" destOrd="0" presId="urn:microsoft.com/office/officeart/2005/8/layout/vList5"/>
    <dgm:cxn modelId="{C5286B05-61BD-492F-9182-BE15C11AFDCB}" type="presParOf" srcId="{77A389E1-AC8C-407F-A6D5-351A19779198}" destId="{C22EF10F-61BE-4660-8A10-39089C081841}" srcOrd="0" destOrd="0" presId="urn:microsoft.com/office/officeart/2005/8/layout/vList5"/>
    <dgm:cxn modelId="{B8BD9A29-296C-47A5-B691-D54CE6B9FDE0}" type="presParOf" srcId="{DB48B318-C4EA-4BAC-A396-6399814BE7B6}" destId="{BE249244-1249-4F63-A0CC-E0435D5A7A15}" srcOrd="5" destOrd="0" presId="urn:microsoft.com/office/officeart/2005/8/layout/vList5"/>
    <dgm:cxn modelId="{95023C78-2072-4A4D-82CB-A4A825EEBE8B}" type="presParOf" srcId="{DB48B318-C4EA-4BAC-A396-6399814BE7B6}" destId="{7D1B389F-CAC2-49F8-B224-8AC978E45857}" srcOrd="6" destOrd="0" presId="urn:microsoft.com/office/officeart/2005/8/layout/vList5"/>
    <dgm:cxn modelId="{8BE3FB2D-E5C6-4FB5-BF2C-D68EF9E8083C}" type="presParOf" srcId="{7D1B389F-CAC2-49F8-B224-8AC978E45857}" destId="{CC539DB8-9765-4AA1-AEC0-83E89C4E398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C41CB-F0EB-4E4B-9529-161D5C268719}">
      <dsp:nvSpPr>
        <dsp:cNvPr id="0" name=""/>
        <dsp:cNvSpPr/>
      </dsp:nvSpPr>
      <dsp:spPr>
        <a:xfrm>
          <a:off x="1060" y="505393"/>
          <a:ext cx="3722005" cy="236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160A1-51A5-463D-9BF5-CF8122D69BE8}">
      <dsp:nvSpPr>
        <dsp:cNvPr id="0" name=""/>
        <dsp:cNvSpPr/>
      </dsp:nvSpPr>
      <dsp:spPr>
        <a:xfrm>
          <a:off x="414616" y="898271"/>
          <a:ext cx="3722005" cy="2363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4600" kern="1200"/>
            <a:t>Batch Processing 1</a:t>
          </a:r>
          <a:endParaRPr lang="en-US" sz="4600" kern="1200"/>
        </a:p>
      </dsp:txBody>
      <dsp:txXfrm>
        <a:off x="483840" y="967495"/>
        <a:ext cx="3583557" cy="2225025"/>
      </dsp:txXfrm>
    </dsp:sp>
    <dsp:sp modelId="{3D99DE56-52FC-4DEF-AA84-3C5C7D91DA96}">
      <dsp:nvSpPr>
        <dsp:cNvPr id="0" name=""/>
        <dsp:cNvSpPr/>
      </dsp:nvSpPr>
      <dsp:spPr>
        <a:xfrm>
          <a:off x="4550178" y="505393"/>
          <a:ext cx="3722005" cy="236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7A7D4-CD8D-47BC-BB89-D1428684F0B0}">
      <dsp:nvSpPr>
        <dsp:cNvPr id="0" name=""/>
        <dsp:cNvSpPr/>
      </dsp:nvSpPr>
      <dsp:spPr>
        <a:xfrm>
          <a:off x="4963734" y="898271"/>
          <a:ext cx="3722005" cy="2363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4600" kern="1200"/>
            <a:t>Realtime Processing </a:t>
          </a:r>
          <a:endParaRPr lang="en-US" sz="4600" kern="1200"/>
        </a:p>
      </dsp:txBody>
      <dsp:txXfrm>
        <a:off x="5032958" y="967495"/>
        <a:ext cx="3583557" cy="22250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BD4EE-6D0B-4A87-958E-695B0EFB94E4}">
      <dsp:nvSpPr>
        <dsp:cNvPr id="0" name=""/>
        <dsp:cNvSpPr/>
      </dsp:nvSpPr>
      <dsp:spPr>
        <a:xfrm>
          <a:off x="3569817" y="1655"/>
          <a:ext cx="4016044" cy="72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 dirty="0"/>
            <a:t>Bedoeling = pipeline maken voor een grote dataset te verwerken</a:t>
          </a:r>
          <a:endParaRPr lang="en-US" sz="2000" kern="1200" dirty="0"/>
        </a:p>
      </dsp:txBody>
      <dsp:txXfrm>
        <a:off x="3605152" y="36990"/>
        <a:ext cx="3945374" cy="653179"/>
      </dsp:txXfrm>
    </dsp:sp>
    <dsp:sp modelId="{FED920E1-7E3A-47F4-9D40-FF7F8F727592}">
      <dsp:nvSpPr>
        <dsp:cNvPr id="0" name=""/>
        <dsp:cNvSpPr/>
      </dsp:nvSpPr>
      <dsp:spPr>
        <a:xfrm>
          <a:off x="3569817" y="761697"/>
          <a:ext cx="4016044" cy="72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 dirty="0" err="1"/>
            <a:t>Airflow</a:t>
          </a:r>
          <a:r>
            <a:rPr lang="nl-BE" sz="2000" kern="1200" dirty="0"/>
            <a:t> voor monitoring en </a:t>
          </a:r>
          <a:r>
            <a:rPr lang="nl-BE" sz="2000" kern="1200" dirty="0" err="1"/>
            <a:t>moddeleren</a:t>
          </a:r>
          <a:r>
            <a:rPr lang="nl-BE" sz="2000" kern="1200" dirty="0"/>
            <a:t> van de pipeline</a:t>
          </a:r>
          <a:endParaRPr lang="en-US" sz="2000" kern="1200" dirty="0"/>
        </a:p>
      </dsp:txBody>
      <dsp:txXfrm>
        <a:off x="3605152" y="797032"/>
        <a:ext cx="3945374" cy="653179"/>
      </dsp:txXfrm>
    </dsp:sp>
    <dsp:sp modelId="{92E473BE-A7AB-4479-B268-C734DB707802}">
      <dsp:nvSpPr>
        <dsp:cNvPr id="0" name=""/>
        <dsp:cNvSpPr/>
      </dsp:nvSpPr>
      <dsp:spPr>
        <a:xfrm>
          <a:off x="3569817" y="1521739"/>
          <a:ext cx="4016044" cy="72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 dirty="0"/>
            <a:t>Elke 4</a:t>
          </a:r>
          <a:r>
            <a:rPr lang="nl-BE" sz="2000" kern="1200" baseline="30000" dirty="0"/>
            <a:t>de</a:t>
          </a:r>
          <a:r>
            <a:rPr lang="nl-BE" sz="2000" kern="1200" dirty="0"/>
            <a:t> van de maand</a:t>
          </a:r>
          <a:endParaRPr lang="en-US" sz="2000" kern="1200" dirty="0"/>
        </a:p>
      </dsp:txBody>
      <dsp:txXfrm>
        <a:off x="3605152" y="1557074"/>
        <a:ext cx="3945374" cy="653179"/>
      </dsp:txXfrm>
    </dsp:sp>
    <dsp:sp modelId="{FB2182C4-F257-436B-A1FF-71EC64C2D435}">
      <dsp:nvSpPr>
        <dsp:cNvPr id="0" name=""/>
        <dsp:cNvSpPr/>
      </dsp:nvSpPr>
      <dsp:spPr>
        <a:xfrm>
          <a:off x="3569817" y="2281781"/>
          <a:ext cx="4016044" cy="72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 dirty="0"/>
            <a:t>Gemaakt voor grote bestanden</a:t>
          </a:r>
          <a:endParaRPr lang="en-US" sz="2000" kern="1200" dirty="0"/>
        </a:p>
      </dsp:txBody>
      <dsp:txXfrm>
        <a:off x="3605152" y="2317116"/>
        <a:ext cx="3945374" cy="653179"/>
      </dsp:txXfrm>
    </dsp:sp>
    <dsp:sp modelId="{29CF43E4-A716-4206-9FC0-61B2094C8DC1}">
      <dsp:nvSpPr>
        <dsp:cNvPr id="0" name=""/>
        <dsp:cNvSpPr/>
      </dsp:nvSpPr>
      <dsp:spPr>
        <a:xfrm>
          <a:off x="3569817" y="3041823"/>
          <a:ext cx="4016044" cy="72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 dirty="0"/>
            <a:t>Transformatie heel veel </a:t>
          </a:r>
          <a:endParaRPr lang="en-US" sz="2000" kern="1200" dirty="0"/>
        </a:p>
      </dsp:txBody>
      <dsp:txXfrm>
        <a:off x="3605152" y="3077158"/>
        <a:ext cx="3945374" cy="6531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35AD7-785B-451B-B0AF-89D3100E5812}">
      <dsp:nvSpPr>
        <dsp:cNvPr id="0" name=""/>
        <dsp:cNvSpPr/>
      </dsp:nvSpPr>
      <dsp:spPr>
        <a:xfrm>
          <a:off x="3569817" y="1885"/>
          <a:ext cx="4016044" cy="906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/>
            <a:t>Bedoeling = pipeline maken voor bestanden die regelmatig kunnen binnenkomen</a:t>
          </a:r>
          <a:endParaRPr lang="en-US" sz="1800" kern="1200"/>
        </a:p>
      </dsp:txBody>
      <dsp:txXfrm>
        <a:off x="3614087" y="46155"/>
        <a:ext cx="3927504" cy="818341"/>
      </dsp:txXfrm>
    </dsp:sp>
    <dsp:sp modelId="{C8BB1E78-99A5-4857-BB62-FBDDEC262579}">
      <dsp:nvSpPr>
        <dsp:cNvPr id="0" name=""/>
        <dsp:cNvSpPr/>
      </dsp:nvSpPr>
      <dsp:spPr>
        <a:xfrm>
          <a:off x="3569817" y="954110"/>
          <a:ext cx="4016044" cy="906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/>
            <a:t>Altijd wanneer er een nieuw bestand binnen komt</a:t>
          </a:r>
          <a:endParaRPr lang="en-US" sz="1800" kern="1200"/>
        </a:p>
      </dsp:txBody>
      <dsp:txXfrm>
        <a:off x="3614087" y="998380"/>
        <a:ext cx="3927504" cy="818341"/>
      </dsp:txXfrm>
    </dsp:sp>
    <dsp:sp modelId="{C22EF10F-61BE-4660-8A10-39089C081841}">
      <dsp:nvSpPr>
        <dsp:cNvPr id="0" name=""/>
        <dsp:cNvSpPr/>
      </dsp:nvSpPr>
      <dsp:spPr>
        <a:xfrm>
          <a:off x="3569817" y="1906336"/>
          <a:ext cx="4016044" cy="906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/>
            <a:t>Als er een fout is bestand wordt overgeslagen en andere gaan verder</a:t>
          </a:r>
          <a:endParaRPr lang="en-US" sz="1800" kern="1200"/>
        </a:p>
      </dsp:txBody>
      <dsp:txXfrm>
        <a:off x="3614087" y="1950606"/>
        <a:ext cx="3927504" cy="818341"/>
      </dsp:txXfrm>
    </dsp:sp>
    <dsp:sp modelId="{CC539DB8-9765-4AA1-AEC0-83E89C4E3983}">
      <dsp:nvSpPr>
        <dsp:cNvPr id="0" name=""/>
        <dsp:cNvSpPr/>
      </dsp:nvSpPr>
      <dsp:spPr>
        <a:xfrm>
          <a:off x="3569817" y="2858561"/>
          <a:ext cx="4016044" cy="9068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/>
            <a:t>Kleinere veranderingen voor efficiëntie </a:t>
          </a:r>
          <a:endParaRPr lang="en-US" sz="1800" kern="1200"/>
        </a:p>
      </dsp:txBody>
      <dsp:txXfrm>
        <a:off x="3614087" y="2902831"/>
        <a:ext cx="3927504" cy="818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0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1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4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0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5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1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9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9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0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7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96FDBC-081B-8427-2322-00E82263A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7"/>
            <a:ext cx="4358503" cy="3137941"/>
          </a:xfrm>
        </p:spPr>
        <p:txBody>
          <a:bodyPr anchor="t">
            <a:normAutofit/>
          </a:bodyPr>
          <a:lstStyle/>
          <a:p>
            <a:r>
              <a:rPr lang="nl-BE" sz="6000"/>
              <a:t>Data engineering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07F0C97-FE8C-62A3-8D7B-BE3292862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69641"/>
            <a:ext cx="4307405" cy="1376976"/>
          </a:xfrm>
        </p:spPr>
        <p:txBody>
          <a:bodyPr anchor="b">
            <a:normAutofit/>
          </a:bodyPr>
          <a:lstStyle/>
          <a:p>
            <a:r>
              <a:rPr lang="nl-BE"/>
              <a:t>Nand Rotté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Een potlood op een papier met een afgedrukte lijngrafiek">
            <a:extLst>
              <a:ext uri="{FF2B5EF4-FFF2-40B4-BE49-F238E27FC236}">
                <a16:creationId xmlns:a16="http://schemas.microsoft.com/office/drawing/2014/main" id="{D30633CC-BF81-4E09-A03A-8BA201D2A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142" b="-1"/>
          <a:stretch>
            <a:fillRect/>
          </a:stretch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6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756521-8EFB-1674-58D0-6CF46F13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nl-BE" dirty="0"/>
              <a:t>Inhoudstafel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D42FA785-47DC-98B7-1ED7-5294DBA45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734304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053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14843-0DD9-B6B9-32D4-A8198A67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Batch processing 1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6ED1339A-95BD-4206-2C71-889522975C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284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81B34E-DCFE-FDA3-362C-122E689E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Realtime</a:t>
            </a:r>
            <a:r>
              <a:rPr lang="nl-BE" dirty="0"/>
              <a:t> processing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92A7B99A-F26F-9DF9-422D-C054B4CD59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207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Een close-up van een gele klok">
            <a:extLst>
              <a:ext uri="{FF2B5EF4-FFF2-40B4-BE49-F238E27FC236}">
                <a16:creationId xmlns:a16="http://schemas.microsoft.com/office/drawing/2014/main" id="{33E4681A-0B93-C75B-7351-BD973CC13D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85" r="-1" b="8840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D4658-AC8B-0B73-85D7-3D6BBBB2B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Demo 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1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81</Words>
  <Application>Microsoft Office PowerPoint</Application>
  <PresentationFormat>Breedbeeld</PresentationFormat>
  <Paragraphs>17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Data engineering</vt:lpstr>
      <vt:lpstr>Inhoudstafel</vt:lpstr>
      <vt:lpstr>Batch processing 1</vt:lpstr>
      <vt:lpstr>Realtime processing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 Rotté</dc:creator>
  <cp:lastModifiedBy>Nand Rotté</cp:lastModifiedBy>
  <cp:revision>1</cp:revision>
  <dcterms:created xsi:type="dcterms:W3CDTF">2026-05-03T18:41:45Z</dcterms:created>
  <dcterms:modified xsi:type="dcterms:W3CDTF">2026-05-03T19:19:15Z</dcterms:modified>
</cp:coreProperties>
</file>